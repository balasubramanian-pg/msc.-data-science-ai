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 1 - Lesson 1" id="{18E0BD7B-A3B0-413C-8E99-D5ED9705DEBE}">
          <p14:sldIdLst>
            <p14:sldId id="256"/>
          </p14:sldIdLst>
        </p14:section>
        <p14:section name="Week 1 - Lesson 2" id="{56C21204-DF47-4623-BC55-1B04417D7EDD}">
          <p14:sldIdLst/>
        </p14:section>
        <p14:section name="Week 1 - Lesson 3" id="{E7EC2E08-CC67-43DB-818B-B6359FB68C54}">
          <p14:sldIdLst/>
        </p14:section>
        <p14:section name="Week 2 - Lesson 1" id="{036E19A0-F4F6-4EE9-8BC4-961F994292AB}">
          <p14:sldIdLst/>
        </p14:section>
        <p14:section name="Week 2 - Lesson 2" id="{DCB8951A-5CA7-436D-9F25-96B5C80BF304}">
          <p14:sldIdLst/>
        </p14:section>
        <p14:section name="Week 3 Lesson 1" id="{EC77DBF6-6B07-44C8-96C2-E94D7B7AC03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asubramanian PG" userId="0510cbf8-5601-41b7-b40f-1052a4f8e61b" providerId="ADAL" clId="{9D804635-4D5D-450E-B530-8C0D345C721E}"/>
    <pc:docChg chg="addSld modSld addSection modSection">
      <pc:chgData name="Balasubramanian PG" userId="0510cbf8-5601-41b7-b40f-1052a4f8e61b" providerId="ADAL" clId="{9D804635-4D5D-450E-B530-8C0D345C721E}" dt="2026-05-29T05:03:44.589" v="35" actId="17846"/>
      <pc:docMkLst>
        <pc:docMk/>
      </pc:docMkLst>
      <pc:sldChg chg="modSp add mod">
        <pc:chgData name="Balasubramanian PG" userId="0510cbf8-5601-41b7-b40f-1052a4f8e61b" providerId="ADAL" clId="{9D804635-4D5D-450E-B530-8C0D345C721E}" dt="2026-05-29T04:22:44.235" v="5" actId="14826"/>
        <pc:sldMkLst>
          <pc:docMk/>
          <pc:sldMk cId="1126761411" sldId="259"/>
        </pc:sldMkLst>
        <pc:picChg chg="mod">
          <ac:chgData name="Balasubramanian PG" userId="0510cbf8-5601-41b7-b40f-1052a4f8e61b" providerId="ADAL" clId="{9D804635-4D5D-450E-B530-8C0D345C721E}" dt="2026-05-29T04:22:44.235" v="5" actId="14826"/>
          <ac:picMkLst>
            <pc:docMk/>
            <pc:sldMk cId="1126761411" sldId="259"/>
            <ac:picMk id="6" creationId="{A0BBF7D1-840E-72E9-C4D4-664460549BCD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24:24.655" v="7" actId="14826"/>
        <pc:sldMkLst>
          <pc:docMk/>
          <pc:sldMk cId="3359350185" sldId="260"/>
        </pc:sldMkLst>
        <pc:picChg chg="mod">
          <ac:chgData name="Balasubramanian PG" userId="0510cbf8-5601-41b7-b40f-1052a4f8e61b" providerId="ADAL" clId="{9D804635-4D5D-450E-B530-8C0D345C721E}" dt="2026-05-29T04:24:24.655" v="7" actId="14826"/>
          <ac:picMkLst>
            <pc:docMk/>
            <pc:sldMk cId="3359350185" sldId="260"/>
            <ac:picMk id="6" creationId="{6AF7F803-7072-6128-D569-E39262FF6B14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29:14.182" v="10" actId="14826"/>
        <pc:sldMkLst>
          <pc:docMk/>
          <pc:sldMk cId="1268450234" sldId="261"/>
        </pc:sldMkLst>
        <pc:picChg chg="mod">
          <ac:chgData name="Balasubramanian PG" userId="0510cbf8-5601-41b7-b40f-1052a4f8e61b" providerId="ADAL" clId="{9D804635-4D5D-450E-B530-8C0D345C721E}" dt="2026-05-29T04:29:14.182" v="10" actId="14826"/>
          <ac:picMkLst>
            <pc:docMk/>
            <pc:sldMk cId="1268450234" sldId="261"/>
            <ac:picMk id="6" creationId="{CF2B9334-936F-A66E-DFB0-1E3C3922D157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33:08.241" v="12" actId="14826"/>
        <pc:sldMkLst>
          <pc:docMk/>
          <pc:sldMk cId="2726681294" sldId="262"/>
        </pc:sldMkLst>
        <pc:picChg chg="mod">
          <ac:chgData name="Balasubramanian PG" userId="0510cbf8-5601-41b7-b40f-1052a4f8e61b" providerId="ADAL" clId="{9D804635-4D5D-450E-B530-8C0D345C721E}" dt="2026-05-29T04:33:08.241" v="12" actId="14826"/>
          <ac:picMkLst>
            <pc:docMk/>
            <pc:sldMk cId="2726681294" sldId="262"/>
            <ac:picMk id="6" creationId="{206A31E5-0423-95D5-47F2-A17EF480EC34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38:58.540" v="16" actId="14826"/>
        <pc:sldMkLst>
          <pc:docMk/>
          <pc:sldMk cId="3937740937" sldId="263"/>
        </pc:sldMkLst>
        <pc:picChg chg="mod">
          <ac:chgData name="Balasubramanian PG" userId="0510cbf8-5601-41b7-b40f-1052a4f8e61b" providerId="ADAL" clId="{9D804635-4D5D-450E-B530-8C0D345C721E}" dt="2026-05-29T04:38:58.540" v="16" actId="14826"/>
          <ac:picMkLst>
            <pc:docMk/>
            <pc:sldMk cId="3937740937" sldId="263"/>
            <ac:picMk id="6" creationId="{D55BE241-B3AE-51F8-5BED-84D542FB60F3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42:05.565" v="20" actId="14826"/>
        <pc:sldMkLst>
          <pc:docMk/>
          <pc:sldMk cId="1825978964" sldId="264"/>
        </pc:sldMkLst>
        <pc:picChg chg="mod">
          <ac:chgData name="Balasubramanian PG" userId="0510cbf8-5601-41b7-b40f-1052a4f8e61b" providerId="ADAL" clId="{9D804635-4D5D-450E-B530-8C0D345C721E}" dt="2026-05-29T04:42:05.565" v="20" actId="14826"/>
          <ac:picMkLst>
            <pc:docMk/>
            <pc:sldMk cId="1825978964" sldId="264"/>
            <ac:picMk id="6" creationId="{84897E49-E572-80C9-E6C8-8776963752DE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44:56.017" v="22" actId="14826"/>
        <pc:sldMkLst>
          <pc:docMk/>
          <pc:sldMk cId="2530305078" sldId="265"/>
        </pc:sldMkLst>
        <pc:picChg chg="mod">
          <ac:chgData name="Balasubramanian PG" userId="0510cbf8-5601-41b7-b40f-1052a4f8e61b" providerId="ADAL" clId="{9D804635-4D5D-450E-B530-8C0D345C721E}" dt="2026-05-29T04:44:56.017" v="22" actId="14826"/>
          <ac:picMkLst>
            <pc:docMk/>
            <pc:sldMk cId="2530305078" sldId="265"/>
            <ac:picMk id="6" creationId="{45073088-9E80-7BC8-A573-DF3551B26E0A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47:25.147" v="24" actId="14826"/>
        <pc:sldMkLst>
          <pc:docMk/>
          <pc:sldMk cId="2762571743" sldId="266"/>
        </pc:sldMkLst>
        <pc:picChg chg="mod">
          <ac:chgData name="Balasubramanian PG" userId="0510cbf8-5601-41b7-b40f-1052a4f8e61b" providerId="ADAL" clId="{9D804635-4D5D-450E-B530-8C0D345C721E}" dt="2026-05-29T04:47:25.147" v="24" actId="14826"/>
          <ac:picMkLst>
            <pc:docMk/>
            <pc:sldMk cId="2762571743" sldId="266"/>
            <ac:picMk id="6" creationId="{7ECD992C-E833-6749-96D5-09EA16D3DED7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51:17.613" v="26" actId="14826"/>
        <pc:sldMkLst>
          <pc:docMk/>
          <pc:sldMk cId="1788314939" sldId="267"/>
        </pc:sldMkLst>
        <pc:picChg chg="mod">
          <ac:chgData name="Balasubramanian PG" userId="0510cbf8-5601-41b7-b40f-1052a4f8e61b" providerId="ADAL" clId="{9D804635-4D5D-450E-B530-8C0D345C721E}" dt="2026-05-29T04:51:17.613" v="26" actId="14826"/>
          <ac:picMkLst>
            <pc:docMk/>
            <pc:sldMk cId="1788314939" sldId="267"/>
            <ac:picMk id="6" creationId="{2BDD0D96-E36A-0131-7788-FFAE8809DD74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4:59:27.011" v="28" actId="14826"/>
        <pc:sldMkLst>
          <pc:docMk/>
          <pc:sldMk cId="3300439992" sldId="268"/>
        </pc:sldMkLst>
        <pc:picChg chg="mod">
          <ac:chgData name="Balasubramanian PG" userId="0510cbf8-5601-41b7-b40f-1052a4f8e61b" providerId="ADAL" clId="{9D804635-4D5D-450E-B530-8C0D345C721E}" dt="2026-05-29T04:59:27.011" v="28" actId="14826"/>
          <ac:picMkLst>
            <pc:docMk/>
            <pc:sldMk cId="3300439992" sldId="268"/>
            <ac:picMk id="6" creationId="{27F34D7F-C665-D776-82F0-F4CA8668967F}"/>
          </ac:picMkLst>
        </pc:picChg>
      </pc:sldChg>
      <pc:sldChg chg="modSp add mod">
        <pc:chgData name="Balasubramanian PG" userId="0510cbf8-5601-41b7-b40f-1052a4f8e61b" providerId="ADAL" clId="{9D804635-4D5D-450E-B530-8C0D345C721E}" dt="2026-05-29T05:02:29.227" v="32" actId="14826"/>
        <pc:sldMkLst>
          <pc:docMk/>
          <pc:sldMk cId="3189997569" sldId="269"/>
        </pc:sldMkLst>
        <pc:picChg chg="mod">
          <ac:chgData name="Balasubramanian PG" userId="0510cbf8-5601-41b7-b40f-1052a4f8e61b" providerId="ADAL" clId="{9D804635-4D5D-450E-B530-8C0D345C721E}" dt="2026-05-29T05:02:29.227" v="32" actId="14826"/>
          <ac:picMkLst>
            <pc:docMk/>
            <pc:sldMk cId="3189997569" sldId="269"/>
            <ac:picMk id="6" creationId="{74254D3F-FCB4-F332-C5F0-A4F059EFCF89}"/>
          </ac:picMkLst>
        </pc:picChg>
      </pc:sldChg>
      <pc:sldChg chg="add">
        <pc:chgData name="Balasubramanian PG" userId="0510cbf8-5601-41b7-b40f-1052a4f8e61b" providerId="ADAL" clId="{9D804635-4D5D-450E-B530-8C0D345C721E}" dt="2026-05-29T05:02:42.811" v="33" actId="2890"/>
        <pc:sldMkLst>
          <pc:docMk/>
          <pc:sldMk cId="4266077330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0AE84-83BA-AA00-E8ED-FF239055D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D0594-2BD0-C144-0B7E-89960ECC8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E4B68-7C2E-21A0-80DA-A18166AD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96B2A-EDDA-91D1-18B8-2B2FBBD1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C5114-4FBB-034E-118F-8D5832744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60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3333-389D-003E-E171-0EF81813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AA3D7-7BC3-40AF-88BA-938B195D4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D1970-5FFC-27C4-4D77-527791923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DA6F7-9D59-4866-26CB-1EA18101B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E2FD4-3973-F6A5-330B-A1276450C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448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1B5A-4F10-87A7-B490-2FD332C26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F1FA7-FE3A-4701-DBDB-33206DD75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6EB3-AE73-A003-BDA6-F0DBBC61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AF786-AF74-B6CB-6BF9-2BF8A060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2878-04A1-0E61-FE94-6CE37AC5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641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24470-F6F2-A60A-94CD-066F8247D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06A23-D617-6EB0-DC11-F58E7463B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16664-3D07-D7B8-8214-04A3E2231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5944E-A832-0797-0171-9BAB864BF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6E80-DF86-E565-05A8-7E0FD1663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93FCA-963D-B2BD-AF2C-836583EA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68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ADAF-3EEA-7F04-5982-D8F95CA42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950E2-1480-FBE2-F875-516844BB0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7A78F-0B93-A5FC-805A-FDB02A978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506B60-73C2-9B26-1DD7-6A3115CDB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26CDAA-899E-71BD-169C-6AA7A1E1C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5757D5-15D5-64A7-CFB2-85D1537DE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505565-FF8D-577E-DC75-C021763E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AF60CC-3ECC-3603-E9B0-5E8FD09B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10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24AF1-64F2-2AD7-342C-0FAD0AD9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BBEB46-7F18-B88D-D7D5-B8E87542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1F419E-D5BC-5B95-12A5-805674AF7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20C8A5-EBCE-3339-0CB4-EFF8000B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002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222856-C16C-9BC7-0D21-A0477809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3B3DE5-ADB1-E36D-A367-4DC47A13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21BAC-380A-F927-3129-3C9A8AD0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548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B6F9E-3594-2BAA-DFCE-5BD92AE5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58D8A-7272-9AC0-5103-9593AB875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3ECAE-76F7-29F6-BB9B-FE55A6664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08181-4B49-1A2C-03F5-D65BE58B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00D1D-798D-DB15-53AB-DF3C0B7A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18AD6-4896-9A4B-5852-061B175B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70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962E-17D1-4224-E8C1-7CEEC1BDD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C1C9F-0D29-F335-943C-FFF04BA93E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F4077-3610-53D6-2B6B-AD0DECB20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FEF0B-2E3E-0C61-5E24-98F05C70F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E8306-A27C-47CF-9465-E7BC8BB1A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3DA-B70C-D1E1-8D36-AFE50F22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736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591C7-CE1B-AF63-991A-6B9AF5111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3BFD7-CDDF-315F-768C-88FA36258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02DD7-C952-2E45-2F3D-81D801979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91BEC-D49B-2B9B-594E-ECB27D38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8AA50-E94E-A4D1-5813-691C6347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391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63E012-F36D-2948-F61B-1CF618C89E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5E2D8-E696-A177-9B48-AD5354099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9C271-20C6-0AEF-D5E0-2CBC56847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9C788-57BD-58DE-4A8E-4B9D356D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0B8FA-8839-B048-8036-A7C3E223C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28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EB47D6-A507-E7D2-EE9C-90AC8B233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5FD73-9B1C-C47B-E256-242D9BCAD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6BB71-FF0F-78DC-8F80-46B363F2F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5E9E3-A6A3-422F-9A05-CE5F013B01E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137DC-5B7C-B5D2-8889-22C3D10E1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7C721-02DB-824C-5FFE-A27A6CA9F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E45C9-C001-40BA-B514-5FA6AD402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493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A60EE-D876-D5EC-398A-23D6F0DA4E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F9707-0488-C84E-1E52-35D83A83DB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74468-F53D-CF60-4F7B-D8ECD4F25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61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Balasubramanian PG</dc:creator>
  <cp:lastModifiedBy>Balasubramanian PG</cp:lastModifiedBy>
  <cp:revision>2</cp:revision>
  <dcterms:created xsi:type="dcterms:W3CDTF">2026-05-29T04:15:09Z</dcterms:created>
  <dcterms:modified xsi:type="dcterms:W3CDTF">2026-06-03T05:37:02Z</dcterms:modified>
</cp:coreProperties>
</file>